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visa certification outcomes using ML</a:t>
            </a:r>
          </a:p>
          <a:p>
            <a:r>
              <a:t>Dataset: 25,480 applications, no missing values</a:t>
            </a:r>
          </a:p>
          <a:p>
            <a:r>
              <a:t>Key Drivers: Wage, Education, Experience, Full-time status</a:t>
            </a:r>
          </a:p>
          <a:p>
            <a:r>
              <a:t>Final Model: Tuned Gradient Boosting Classifier</a:t>
            </a:r>
          </a:p>
          <a:p>
            <a:r>
              <a:t>Test F1 Score: 0.819 (strong generalization)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visa review is slow and resource-intensive</a:t>
            </a:r>
          </a:p>
          <a:p>
            <a:r>
              <a:t>Incorrect decisions carry economic &amp; workforce risks</a:t>
            </a:r>
          </a:p>
          <a:p>
            <a:r>
              <a:t>Need data-driven screening for efficiency &amp;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(EDA)</a:t>
            </a:r>
          </a:p>
          <a:p>
            <a:r>
              <a:t>Data cleaning &amp; preprocessing</a:t>
            </a:r>
          </a:p>
          <a:p>
            <a:r>
              <a:t>Class imbalance handling (SMOTE &amp; undersampling)</a:t>
            </a:r>
          </a:p>
          <a:p>
            <a:r>
              <a:t>Multiple model evaluation</a:t>
            </a:r>
          </a:p>
          <a:p>
            <a:r>
              <a:t>Hyperparameter tuning &amp; final selection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Duplicates detected: 0</a:t>
            </a:r>
          </a:p>
          <a:p>
            <a:r>
              <a:t>Missing values detected: 0</a:t>
            </a:r>
          </a:p>
          <a:p>
            <a:r>
              <a:t>Corrected 33 negative employee counts (data entry errors)</a:t>
            </a:r>
          </a:p>
          <a:p>
            <a:r>
              <a:t>Categorical variables encoded using one-hot encoding</a:t>
            </a:r>
          </a:p>
          <a:p>
            <a:r>
              <a:t>Stratified train/validation/test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education strongly linked to certification</a:t>
            </a:r>
          </a:p>
          <a:p>
            <a:r>
              <a:t>Doctorate holders show highest approval likelihood</a:t>
            </a:r>
          </a:p>
          <a:p>
            <a:r>
              <a:t>Experienced applicants certified more frequently</a:t>
            </a:r>
          </a:p>
          <a:p>
            <a:r>
              <a:t>Higher prevailing wages correlate with approvals</a:t>
            </a:r>
          </a:p>
          <a:p>
            <a:r>
              <a:t>Full-time roles dominate certified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Visa Outcome Distribution</a:t>
            </a:r>
          </a:p>
        </p:txBody>
      </p:sp>
      <p:pic>
        <p:nvPicPr>
          <p:cNvPr id="3" name="Picture 2" descr="cas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Performance (F1 Score)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Boosting delivered best validation stability</a:t>
            </a:r>
          </a:p>
          <a:p>
            <a:r>
              <a:t>Balanced precision–recall tradeoff</a:t>
            </a:r>
          </a:p>
          <a:p>
            <a:r>
              <a:t>Reduced overfitting vs Random Forest</a:t>
            </a:r>
          </a:p>
          <a:p>
            <a:r>
              <a:t>Chosen for production suitability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0.737</a:t>
            </a:r>
          </a:p>
          <a:p>
            <a:r>
              <a:t>Recall: 0.892 (excellent detection of certified cases)</a:t>
            </a:r>
          </a:p>
          <a:p>
            <a:r>
              <a:t>Precision: 0.758</a:t>
            </a:r>
          </a:p>
          <a:p>
            <a:r>
              <a:t>F1 Score: 0.819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 high-wage, high-skill applicants</a:t>
            </a:r>
          </a:p>
          <a:p>
            <a:r>
              <a:t>Advanced education significantly improves approval odds</a:t>
            </a:r>
          </a:p>
          <a:p>
            <a:r>
              <a:t>Prior experience is a major positive signal</a:t>
            </a:r>
          </a:p>
          <a:p>
            <a:r>
              <a:t>Deploy ML model for initial application triage</a:t>
            </a:r>
          </a:p>
          <a:p>
            <a:r>
              <a:t>Use model insights to guide policy &amp; audits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models outperform single classifiers</a:t>
            </a:r>
          </a:p>
          <a:p>
            <a:r>
              <a:t>Sampling strategies improve minority learning</a:t>
            </a:r>
          </a:p>
          <a:p>
            <a:r>
              <a:t>Feature patterns align with labor market logic</a:t>
            </a:r>
          </a:p>
          <a:p>
            <a:r>
              <a:t>ML enables scalable &amp; consistent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